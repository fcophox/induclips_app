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El motor en 5 láminas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</a:defRPr>
            </a:pPr>
            <a:r>
              <a:t>Guía para explicar el motor al cliente en la sala de 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FFFFF"/>
                </a:solidFill>
              </a:defRPr>
            </a:pPr>
            <a:r>
              <a:t>Inducampus online · Material complementario de ejemplo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C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B6778"/>
                </a:solidFill>
              </a:defRPr>
            </a:pPr>
            <a:r>
              <a:t>El motor en 5 láminas · Inducampus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0C4C8E"/>
                </a:solidFill>
              </a:defRPr>
            </a:pPr>
            <a:r>
              <a:t>1. El ciclo de cuatro tiempos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Admisión: entra la mezcla de aire y combustible.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Compresión: el pistón la comprime.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Combustión: la chispa (o la presión, en diésel) la enciende.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Escape: salen los gases y el ciclo vuelve a empezar.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C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B6778"/>
                </a:solidFill>
              </a:defRPr>
            </a:pPr>
            <a:r>
              <a:t>El motor en 5 láminas · Inducampus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0C4C8E"/>
                </a:solidFill>
              </a:defRPr>
            </a:pPr>
            <a:r>
              <a:t>2. Temperatura de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El motor rinde mejor entre 90 °C y 105 °C.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El termostato y el radiador la mantienen estable.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Si el indicador sube, hay que detenerse: el sobrecalentamiento daña juntas y culata.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C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B6778"/>
                </a:solidFill>
              </a:defRPr>
            </a:pPr>
            <a:r>
              <a:t>El motor en 5 láminas · Inducampus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0C4C8E"/>
                </a:solidFill>
              </a:defRPr>
            </a:pPr>
            <a:r>
              <a:t>3. Eficiencia: cómo contarla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Hablar de consumo real (km/l) en uso mixto, no sólo de potencia.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Relacionar la eficiencia con el costo por kilómetro del cliente.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Mencionar la mantención a tiempo: un motor cuidado gasta menos.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C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B6778"/>
                </a:solidFill>
              </a:defRPr>
            </a:pPr>
            <a:r>
              <a:t>El motor en 5 láminas · Inducampus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0C4C8E"/>
                </a:solidFill>
              </a:defRPr>
            </a:pPr>
            <a:r>
              <a:t>4. Preguntas frecuentes del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¿Cada cuánto se cambia el aceite? Según el plan de mantención de la marca.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¿Diésel o bencina? Depende del kilometraje anual y del uso.</a:t>
            </a:r>
          </a:p>
          <a:p>
            <a:pPr>
              <a:spcAft>
                <a:spcPts val="1000"/>
              </a:spcAft>
              <a:defRPr sz="2200" b="0">
                <a:solidFill>
                  <a:srgbClr val="1F2937"/>
                </a:solidFill>
              </a:defRPr>
            </a:pPr>
            <a:r>
              <a:t>¿Turbo significa más consumo? No necesariamente: entrega más potencia con menor cilindrada.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